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Cyclone Guard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Predictive safety dashboard for coastal communities</a:t>
            </a:r>
          </a:p>
          <a:p/>
          <a:p>
            <a:r>
              <a:t>Team Aftershock</a:t>
            </a:r>
          </a:p>
          <a:p>
            <a:r>
              <a:t>Geethika Palla | Aniket Verma | Koustubh Jain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Team: Aftershock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Geethika Palla - Frontend Development &amp; API Integration</a:t>
            </a:r>
          </a:p>
          <a:p>
            <a:r>
              <a:t>• Aniket Verma - Data Engineering &amp; ML Optimization</a:t>
            </a:r>
          </a:p>
          <a:p>
            <a:r>
              <a:t>• Koustubh Jain - Geographic Analytics &amp; Risk Modeling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Coastal regions in India are highly vulnerable to tropical cyclones.</a:t>
            </a:r>
          </a:p>
          <a:p>
            <a:r>
              <a:t>• Existing data is often complex and hard for citizens to interpret.</a:t>
            </a:r>
          </a:p>
          <a:p>
            <a:r>
              <a:t>• Need for a real-time, user-friendly, and predictive dashboard.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Bridging the gap between raw scientific data and actionable citizen intelligence.</a:t>
            </a:r>
          </a:p>
          <a:p>
            <a:r>
              <a:t>• Providing hyper-local risk assessments using state-of-the-art ML.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Predictive Accuracy: High-precision rainfall/wind forecasting.</a:t>
            </a:r>
          </a:p>
          <a:p>
            <a:r>
              <a:t>• Visual Clarity: Interactive mapping of storm tracks and shelters.</a:t>
            </a:r>
          </a:p>
          <a:p>
            <a:r>
              <a:t>• Real-time Response: Live data ingestion from global sources.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Data Acquisition from multiple APIs.</a:t>
            </a:r>
          </a:p>
          <a:p>
            <a:r>
              <a:t>2. Feature Engineering (Temporal lags, Seasonal weights).</a:t>
            </a:r>
          </a:p>
          <a:p>
            <a:r>
              <a:t>3. ML Model Training &amp; Validation.</a:t>
            </a:r>
          </a:p>
          <a:p>
            <a:r>
              <a:t>4. Real-time Dashboard Deployment.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Reliable Data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Open-Meteo: Real-time and historical weather data.</a:t>
            </a:r>
          </a:p>
          <a:p>
            <a:r>
              <a:t>• NOAA / IBTrACS: Global cyclone track telemetry.</a:t>
            </a:r>
          </a:p>
          <a:p>
            <a:r>
              <a:t>• OpenStreetMap: Evacuation shelter geolocation.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Temporal Features: 1d, 3d, 7d rainfall/wind lags.</a:t>
            </a:r>
          </a:p>
          <a:p>
            <a:r>
              <a:t>• Seasonal Indicators: Month-wise cyclone vulnerability weights.</a:t>
            </a:r>
          </a:p>
          <a:p>
            <a:r>
              <a:t>• Geospatial: Haversine distance to active storm centers.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ML Engine: Rainfall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Algorithm: XGBoost Regressor.</a:t>
            </a:r>
          </a:p>
          <a:p>
            <a:r>
              <a:t>• Robustness: Blending predictions with raw forecast data.</a:t>
            </a:r>
          </a:p>
          <a:p>
            <a:r>
              <a:t>• Accuracy: Optimized for monsoon and post-monsoon surges.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ML Engine: Wind Speed &amp; Path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Algorithm: Random Forest Regressor.</a:t>
            </a:r>
          </a:p>
          <a:p>
            <a:r>
              <a:t>• Inputs: Central pressure index, track trajectory, latitude/longitude.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Level Determination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Categorization: Low | Medium | High | Severe.</a:t>
            </a:r>
          </a:p>
          <a:p>
            <a:r>
              <a:t>• Weighted Variables: Predicted wind speed + Rain intensity + Population Density.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Design: Midnight Indigo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Aesthetic: Glassmorphism and vibrant gradients.</a:t>
            </a:r>
          </a:p>
          <a:p>
            <a:r>
              <a:t>• UX: Mobile-responsive sidebar and intuitive metric cards.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Frontend: Streamlit (Python).</a:t>
            </a:r>
          </a:p>
          <a:p>
            <a:r>
              <a:t>• Processing: Cached ML pipeline for high-speed delivery.</a:t>
            </a:r>
          </a:p>
          <a:p>
            <a:r>
              <a:t>• Hosting: Streamlit Community Cloud (Publicly Accessible).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cycloneguard_landing_page_17735990462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496529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City-Specific Predictions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cycloneguard_mumbai_predictions_177359907307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496529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Interactive Geospatial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dashboard_mumbai_selected_17736004346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Resilience: Evacuation Shelters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Live OSM Overpass query for nearby shelters.</a:t>
            </a:r>
          </a:p>
          <a:p>
            <a:r>
              <a:t>• Sorted by Haversine distance for immediate evacuation guidance.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&amp;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R2 Score: 0.85+ for wind speed forecasting.</a:t>
            </a:r>
          </a:p>
          <a:p>
            <a:r>
              <a:t>• RMSE: Minimized error through blending techniques.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Integration with IMD Satellite imagery.</a:t>
            </a:r>
          </a:p>
          <a:p>
            <a:r>
              <a:t>• Community alert system via SMS/WhatsApp.</a:t>
            </a:r>
          </a:p>
          <a:p>
            <a:r>
              <a:t>• Multi-language localization for regional coastal states.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CycloneGuard empowers authorities and citizens with predictive foresight.</a:t>
            </a:r>
          </a:p>
          <a:p>
            <a:r>
              <a:t>• A robust, scalable, and visually compelling tool for disaster resilience.</a:t>
            </a:r>
          </a:p>
          <a:p>
            <a:br/>
            <a:r>
              <a:t>Thank You! | Team Aftershock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